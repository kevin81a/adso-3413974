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9" r:id="rId3"/>
    <p:sldId id="258" r:id="rId4"/>
    <p:sldId id="256" r:id="rId5"/>
    <p:sldId id="257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199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fografia_sena.png">
            <a:extLst>
              <a:ext uri="{FF2B5EF4-FFF2-40B4-BE49-F238E27FC236}">
                <a16:creationId xmlns:a16="http://schemas.microsoft.com/office/drawing/2014/main" id="{66E9B216-78C1-0167-17D2-52F7BE688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306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66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8903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413970"/>
            <a:ext cx="8249304" cy="404996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37DC7C-FC10-918F-B02E-78A21B51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7" r="1" b="27994"/>
          <a:stretch>
            <a:fillRect/>
          </a:stretch>
        </p:blipFill>
        <p:spPr>
          <a:xfrm>
            <a:off x="628650" y="565611"/>
            <a:ext cx="7886700" cy="374668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4747326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30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C21E95-D212-64B5-8C52-AC5A36529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482600"/>
            <a:ext cx="7428087" cy="417829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6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Gates de control obligatorios — PRJ-SENA-SCHEDULE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Ningún desarrollador podía iniciar la fase de construcción sin los 3 gates aprobados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46304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03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Diseño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3258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103120" y="868680"/>
            <a:ext cx="18288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103120" y="868680"/>
            <a:ext cx="18288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1031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HALT-PATTERN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11704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350F"/>
                </a:solidFill>
              </a:rPr>
              <a:t>pattern-guide.md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8350F"/>
                </a:solidFill>
              </a:rPr>
              <a:t>Arquitectura hexagonal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8350F"/>
                </a:solidFill>
              </a:rPr>
              <a:t>Responsable: A06 Tech Lead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49040" y="82296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749040" y="822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03120" y="2057400"/>
            <a:ext cx="182880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103120" y="2057400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1031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HALT-DBDESIGN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48840" y="23591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34E4A"/>
                </a:solidFill>
              </a:rPr>
              <a:t>db-design.md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34E4A"/>
                </a:solidFill>
              </a:rPr>
              <a:t>Schema PostgreSQL físico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34E4A"/>
                </a:solidFill>
              </a:rPr>
              <a:t>Responsable: A10 Data Arch.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201168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749040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3246120"/>
            <a:ext cx="182880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103120" y="3246120"/>
            <a:ext cx="182880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1031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HALT-UX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48840" y="35478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8A"/>
                </a:solidFill>
              </a:rPr>
              <a:t>ui-spec.md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8A"/>
                </a:solidFill>
              </a:rPr>
              <a:t>Especificación visual UI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8A"/>
                </a:solidFill>
              </a:rPr>
              <a:t>Responsable: A03 UX Designer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49040" y="320040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749040" y="3200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05072" y="1325880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005072" y="2514600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005072" y="3703320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507992" y="1325880"/>
            <a:ext cx="0" cy="2377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507992" y="251460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965192" y="2103120"/>
            <a:ext cx="155448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965192" y="2103120"/>
            <a:ext cx="15544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965192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65192" y="2377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Construcción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Desbloqueada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777240"/>
            <a:ext cx="219456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766560" y="804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</a:rPr>
              <a:t>Resumen de gates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1143000"/>
            <a:ext cx="2011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6858000" y="1234440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967728" y="1252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HALT-PATTERN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67728" y="14813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Patrón arquitectónico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definido y documentado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0" y="20116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6967728" y="20299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HALT-DBDESIGN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67728" y="22585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Base de datos diseñada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con índices y seguridad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58000" y="2788920"/>
            <a:ext cx="54864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967728" y="28072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HALT-UX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67728" y="30358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Diseño visual completo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12 pantallas + design system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58000" y="3566160"/>
            <a:ext cx="54864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6967728" y="35844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HALT-SECURITY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67728" y="3813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Opcional — no aplica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en MVP (sin compliance)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82880" y="4572000"/>
            <a:ext cx="877824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6534"/>
                </a:solidFill>
              </a:rPr>
              <a:t>✓  Estado final: los 3 gates aprobados — Fase 04-build desbloqueada sin restricciones  |  Gate HALT-SECURITY no aplica en MVP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Restricciones y riesgos activos — PRJ-SENA-SCHEDULE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Puntos críticos que deben resolverse antes del Go-Live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297680" cy="178308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6400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20040" y="10149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Infraestructura no confirmada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014984"/>
            <a:ext cx="868680" cy="22860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474720" y="101498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45309"/>
                </a:solidFill>
              </a:rPr>
              <a:t>ALTO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9184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Docker en TI SENA: pendiente validación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68249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Sin presupuesto cloud — despliegue on-premises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19933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Riesgo: bloqueo de staging en semana 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3042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Acción: escalar si no confirman en semana 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297680" cy="1783080"/>
          </a:xfrm>
          <a:prstGeom prst="rect">
            <a:avLst/>
          </a:prstGeom>
          <a:solidFill>
            <a:srgbClr val="FFF5F5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64008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00600" y="10149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Sin autenticación robusta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014984"/>
            <a:ext cx="86868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955280" y="101498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91B1B"/>
                </a:solidFill>
              </a:rPr>
              <a:t>CRÍTICO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09744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MVP usa placeholder: header X-User-ID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9744" y="168249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Deuda de seguridad activa en producción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9744" y="19933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Debe resolverse antes del Go-Live real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9744" y="23042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Acción: definir auth definitiva en v1.1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2926080"/>
            <a:ext cx="4297680" cy="178308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182880" y="292608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20040" y="2980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Datos PII en INSTRUCTOR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2980944"/>
            <a:ext cx="868680" cy="22860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474720" y="298094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21B6"/>
                </a:solidFill>
              </a:rPr>
              <a:t>MEDIO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29184" y="3337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Nombres, documento, email, teléfono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9184" y="36484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Clasificación: PII Básico (RGPD aplicable)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9184" y="39593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Agente A04 Security: opcional pero recomendado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9184" y="42702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Acción: hash de documento obligatorio en logs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4297680" cy="1783080"/>
          </a:xfrm>
          <a:prstGeom prst="rect">
            <a:avLst/>
          </a:prstGeom>
          <a:solidFill>
            <a:srgbClr val="FFF5F5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64008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800600" y="2980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3 preguntas bloqueantes (Q1-Q3)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2980944"/>
            <a:ext cx="86868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7955280" y="298094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91B1B"/>
                </a:solidFill>
              </a:rPr>
              <a:t>CRÍTICO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09744" y="3337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Q1: Autenticación definitiva sin definir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9744" y="36484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Q2: Infraestructura de despliegue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09744" y="39593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Q3: Soporte multi-centro (futuro)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09744" y="42702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›  Acción: reunión con stakeholder SENA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2880" y="4617720"/>
            <a:ext cx="8778240" cy="347472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</a:rPr>
              <a:t>⚠  Ninguno de estos riesgos bloquea el inicio del desarrollo, pero todos requieren seguimiento activo antes del Go-Live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304</Words>
  <Application>Microsoft Office PowerPoint</Application>
  <PresentationFormat>Presentación en pantalla (16:9)</PresentationFormat>
  <Paragraphs>65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Infografías PRJ-SENA-SCHEDULE</dc:title>
  <dc:subject>PptxGenJS Presentation</dc:subject>
  <dc:creator>PptxGenJS</dc:creator>
  <cp:lastModifiedBy>Wilson Ramon Hernandez Parraci</cp:lastModifiedBy>
  <cp:revision>3</cp:revision>
  <dcterms:created xsi:type="dcterms:W3CDTF">2026-05-23T14:54:27Z</dcterms:created>
  <dcterms:modified xsi:type="dcterms:W3CDTF">2026-05-23T15:12:35Z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2026-05-23T15:11:53Z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74cdff83-d9ff-47ff-9840-b5370f296171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