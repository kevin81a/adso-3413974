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67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731"/>
                </a:solidFill>
              </a:rPr>
              <a:t>Dashboard – Semana 23, May 2026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64592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852928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059936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266944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73952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680960" y="155448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4592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164592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69164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52928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2852928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898648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98648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59936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059936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105656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05656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66944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5266944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5312664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12664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PM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6473952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6519672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A+109-2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9672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80960" y="2011680"/>
            <a:ext cx="115214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8" name="Shape 46"/>
          <p:cNvSpPr/>
          <p:nvPr/>
        </p:nvSpPr>
        <p:spPr>
          <a:xfrm>
            <a:off x="7680960" y="2011680"/>
            <a:ext cx="1152144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7726680" y="21488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</a:rPr>
              <a:t>A-109-2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26680" y="265176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6:00 AM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459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Instructor | Fichas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731"/>
                </a:solidFill>
              </a:rPr>
              <a:t>Buscar Ambiente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132320" y="914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NUEVO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1463040"/>
            <a:ext cx="73152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6459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Codigo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463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892808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6459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18928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8928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89280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189280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95681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7315200" y="195681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2276856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16459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276856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27685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27685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2276856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0" y="2340864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7315200" y="2340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0" y="2660904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16459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A-109-2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26609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6609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6609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NCC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2660904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2724912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FB8C00">
              <a:alpha val="80000"/>
            </a:srgbClr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7315200" y="27249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MANTENIMIENTO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0" y="3044952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16459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A-209-1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26080" y="304495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0449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304495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3044952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0" y="3108960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7315200" y="310896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3429000"/>
            <a:ext cx="73152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4"/>
          <p:cNvSpPr/>
          <p:nvPr/>
        </p:nvSpPr>
        <p:spPr>
          <a:xfrm>
            <a:off x="16459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A-209-1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926080" y="34290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3429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34290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TAR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0" y="3429000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315200" y="3493008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7315200" y="34930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LIBRE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0" y="3813048"/>
            <a:ext cx="7315200" cy="374904"/>
          </a:xfrm>
          <a:prstGeom prst="rect">
            <a:avLst/>
          </a:prstGeom>
          <a:solidFill>
            <a:srgbClr val="F1F8E9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62"/>
          <p:cNvSpPr/>
          <p:nvPr/>
        </p:nvSpPr>
        <p:spPr>
          <a:xfrm>
            <a:off x="16459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A-209-4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926080" y="3813048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ADSO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381304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35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26480" y="381304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NOCH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15200" y="381304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15200" y="3877056"/>
            <a:ext cx="1463040" cy="246888"/>
          </a:xfrm>
          <a:prstGeom prst="roundRect">
            <a:avLst>
              <a:gd name="adj" fmla="val 18519"/>
            </a:avLst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8"/>
          <p:cNvSpPr/>
          <p:nvPr/>
        </p:nvSpPr>
        <p:spPr>
          <a:xfrm>
            <a:off x="7315200" y="38770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OCUPADO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</a:rPr>
              <a:t>SENA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INICIO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" y="12344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HORARIOS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1737360"/>
            <a:ext cx="1463040" cy="493776"/>
          </a:xfrm>
          <a:prstGeom prst="rect">
            <a:avLst/>
          </a:prstGeom>
          <a:solidFill>
            <a:srgbClr val="2E7D52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" y="17373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SALONES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24028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" y="22402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2743200"/>
            <a:ext cx="1463040" cy="493776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" y="274320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FICHAS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914400"/>
            <a:ext cx="7223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9202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731"/>
                </a:solidFill>
              </a:rPr>
              <a:t>Editar Ambiente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Codigo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938528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011680" y="1938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A+209-2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Nombre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2560320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011680" y="2560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ADSO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Capacidad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182112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01168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35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Tipo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3803904"/>
            <a:ext cx="50292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011680" y="3803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MAN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920240" y="4251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OCUPAR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Presentación en pantalla (16:9)</PresentationFormat>
  <Paragraphs>88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- Sistema de Gestión de Ambientes</dc:title>
  <dc:subject>PptxGenJS Presentation</dc:subject>
  <dc:creator>PptxGenJS</dc:creator>
  <cp:lastModifiedBy>Andres Bedoya</cp:lastModifiedBy>
  <cp:revision>2</cp:revision>
  <dcterms:created xsi:type="dcterms:W3CDTF">2026-05-23T15:48:24Z</dcterms:created>
  <dcterms:modified xsi:type="dcterms:W3CDTF">2026-05-23T15:51:07Z</dcterms:modified>
</cp:coreProperties>
</file>